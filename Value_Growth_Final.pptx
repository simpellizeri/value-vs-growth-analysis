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>
        <p:scale>
          <a:sx n="169" d="100"/>
          <a:sy n="169" d="100"/>
        </p:scale>
        <p:origin x="-336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80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vs. Growth Through Time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cheap stocks still beat expensive ones, and what makes them valuable?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343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 Impellizeri  ·  FIN 4975 — Data Analysis in Finance  ·  Prof. Adam Aiken  ·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Has Historically Outperformed Growth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303520" cy="23774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777240"/>
            <a:ext cx="3657600" cy="2377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2880" y="3246120"/>
            <a:ext cx="512064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74320" y="326440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BM and EP: Q5 (value) consistently earns more than Q1 (growth)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394960" y="326440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in value (blue) massively outgrew growth (red) since 1963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82880" y="3794760"/>
            <a:ext cx="8778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stocks earned higher returns than growth stocks across the full sample — but has this held up recently?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Premium Has Weakened — Especially for BM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48640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777240"/>
            <a:ext cx="310896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89320" y="822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Time Trend Regression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89320" y="11887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−2.342,  p = 0.019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declining ~0.0013%/month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331720"/>
            <a:ext cx="3108960" cy="141732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Time Trend Regression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−0.659,  p = 0.510 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decline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2880" y="3977640"/>
            <a:ext cx="8778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4005072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value winning, Pink = growth winning.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periods grow longer after 2007. OLS regression confirms the BM decline is statistically real (p &lt; 0.05). EP is more stable.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" cy="11155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works — but has weakened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BM and EP show value outperforming growth since 1963. But the pink periods (growth winning) have become longer and deeper since 2007.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58568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define value matters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has statistically declined (p = 0.019). EP has not. Book value is less meaningful in a tech-dominated economy with intangible assets.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502920" cy="111556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557016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6027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hedge fund today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96849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is the more stable signal. BM works as a macro-timing tool — overweight value when rates rise (confirmed: t = 2.640), underweight when rates fall.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Chen &amp; Zimmermann (2022)  ·  Fama &amp; French (1993)  ·  FRED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304</Words>
  <Application>Microsoft Macintosh PowerPoint</Application>
  <PresentationFormat>On-screen Show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Samantha Impellizeri</cp:lastModifiedBy>
  <cp:revision>2</cp:revision>
  <dcterms:created xsi:type="dcterms:W3CDTF">2026-05-12T02:22:08Z</dcterms:created>
  <dcterms:modified xsi:type="dcterms:W3CDTF">2026-05-13T17:01:05Z</dcterms:modified>
</cp:coreProperties>
</file>